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✨ Auto-generated Presentation (default)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Definition of DBMS:</a:t>
            </a:r>
          </a:p>
          <a:p>
            <a:pPr/>
            <a:r>
              <a:rPr sz="1800"/>
              <a:t>DBMS stands for Database Management System.</a:t>
            </a:r>
          </a:p>
          <a:p>
            <a:pPr/>
            <a:r>
              <a:rPr sz="1800"/>
              <a:t>It is a software system that allows users to define, create, maintain, and control access to the database.</a:t>
            </a:r>
          </a:p>
          <a:p>
            <a:pPr/>
            <a:r>
              <a:rPr sz="1800"/>
              <a:t>DBMS provides a systematic way to manage databases.</a:t>
            </a:r>
          </a:p>
          <a:p>
            <a:pPr/>
            <a:r>
              <a:rPr sz="1800"/>
              <a:t>It ensures data consistency, integrity, and security.</a:t>
            </a:r>
          </a:p>
          <a:p>
            <a:pPr/>
            <a:r>
              <a:rPr sz="1800"/>
              <a:t>Examples include MySQL, Oracle, and PostgreSQL.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Key Components of DBMS:</a:t>
            </a:r>
          </a:p>
          <a:p>
            <a:pPr/>
            <a:r>
              <a:rPr sz="1800"/>
              <a:t>Data Definition Language (DDL): Used to define the database schema.</a:t>
            </a:r>
          </a:p>
          <a:p>
            <a:pPr/>
            <a:r>
              <a:rPr sz="1800"/>
              <a:t>Data Manipulation Language (DML): Used to insert, update, and delete data.</a:t>
            </a:r>
          </a:p>
          <a:p>
            <a:pPr/>
            <a:r>
              <a:rPr sz="1800"/>
              <a:t>Data Control Language (DCL): Used to control access and permissions.</a:t>
            </a:r>
          </a:p>
          <a:p>
            <a:pPr/>
            <a:r>
              <a:rPr sz="1800"/>
              <a:t>Query Processor: Executes queries and retrieves data.</a:t>
            </a:r>
          </a:p>
          <a:p>
            <a:pPr/>
            <a:r>
              <a:rPr sz="1800"/>
              <a:t>Storage Manager: Manages data storage and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Advantages of DBMS:</a:t>
            </a:r>
          </a:p>
          <a:p>
            <a:pPr/>
            <a:r>
              <a:rPr sz="1800"/>
              <a:t>Data Integrity: Ensures data is accurate and consistent.</a:t>
            </a:r>
          </a:p>
          <a:p>
            <a:pPr/>
            <a:r>
              <a:rPr sz="1800"/>
              <a:t>Data Security: Provides mechanisms to protect data from unauthorized access.</a:t>
            </a:r>
          </a:p>
          <a:p>
            <a:pPr/>
            <a:r>
              <a:rPr sz="1800"/>
              <a:t>Data Redundancy Reduction: Minimizes duplication of data.</a:t>
            </a:r>
          </a:p>
          <a:p>
            <a:pPr/>
            <a:r>
              <a:rPr sz="1800"/>
              <a:t>Data Consistency: Maintains uniformity across the database.</a:t>
            </a:r>
          </a:p>
          <a:p>
            <a:pPr/>
            <a:r>
              <a:rPr sz="1800"/>
              <a:t>Efficient Data Access: Enables quick and easy retrieval of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Disadvantages of DBMS:</a:t>
            </a:r>
          </a:p>
          <a:p>
            <a:pPr/>
            <a:r>
              <a:rPr sz="1800"/>
              <a:t>Cost: Can be expensive to set up and maintain.</a:t>
            </a:r>
          </a:p>
          <a:p>
            <a:pPr/>
            <a:r>
              <a:rPr sz="1800"/>
              <a:t>Complexity: Requires specialized knowledge to manage.</a:t>
            </a:r>
          </a:p>
          <a:p>
            <a:pPr/>
            <a:r>
              <a:rPr sz="1800"/>
              <a:t>Size: Can consume significant storage space.</a:t>
            </a:r>
          </a:p>
          <a:p>
            <a:pPr/>
            <a:r>
              <a:rPr sz="1800"/>
              <a:t>Performance: Can be slower than file systems for simple tasks.</a:t>
            </a:r>
          </a:p>
          <a:p>
            <a:pPr/>
            <a:r>
              <a:rPr sz="1800"/>
              <a:t>Security Risks: Vulnerable to security threats if not properly configured.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Types of DBMS:</a:t>
            </a:r>
          </a:p>
          <a:p>
            <a:pPr/>
            <a:r>
              <a:rPr sz="1800"/>
              <a:t>Relational DBMS (RDBMS): Stores data in tables with rows and columns (e.g., MySQL, Oracle).</a:t>
            </a:r>
          </a:p>
          <a:p>
            <a:pPr/>
            <a:r>
              <a:rPr sz="1800"/>
              <a:t>NoSQL DBMS: Stores data in non-tabular forms (e.g., MongoDB, Cassandra).</a:t>
            </a:r>
          </a:p>
          <a:p>
            <a:pPr/>
            <a:r>
              <a:rPr sz="1800"/>
              <a:t>Object-Oriented DBMS (OODBMS): Stores data as objects (e.g., GemStone, Versant).</a:t>
            </a:r>
          </a:p>
          <a:p>
            <a:pPr/>
            <a:r>
              <a:rPr sz="1800"/>
              <a:t>Graph DBMS: Stores data as nodes and edges (e.g., Neo4j, JanusGraph).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Examples of DBMS:</a:t>
            </a:r>
          </a:p>
          <a:p>
            <a:pPr/>
            <a:r>
              <a:rPr sz="1800"/>
              <a:t>MySQL: A popular open-source RDBMS.</a:t>
            </a:r>
          </a:p>
          <a:p>
            <a:pPr/>
            <a:r>
              <a:rPr sz="1800"/>
              <a:t>Oracle: A widely used commercial RDBMS.</a:t>
            </a:r>
          </a:p>
          <a:p>
            <a:pPr/>
            <a:r>
              <a:rPr sz="1800"/>
              <a:t>PostgreSQL: An advanced open-source RDBMS.</a:t>
            </a:r>
          </a:p>
          <a:p>
            <a:pPr/>
            <a:r>
              <a:rPr sz="1800"/>
              <a:t>Mongodb: A popular NoSQL DBMS.</a:t>
            </a:r>
          </a:p>
          <a:p>
            <a:pPr/>
            <a:r>
              <a:rPr sz="1800"/>
              <a:t>Microsoft SQL Server: A commercial RDBMS developed by Microsoft.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Future Trends in DBMS:</a:t>
            </a:r>
          </a:p>
          <a:p>
            <a:pPr/>
            <a:r>
              <a:rPr sz="1800"/>
              <a:t>Cloud Databases: DBMS hosted on cloud platforms for scalability and cost-effectiveness.</a:t>
            </a:r>
          </a:p>
          <a:p>
            <a:pPr/>
            <a:r>
              <a:rPr sz="1800"/>
              <a:t>AI-Powered DBMS: Integration of artificial intelligence for automated database management.</a:t>
            </a:r>
          </a:p>
          <a:p>
            <a:pPr/>
            <a:r>
              <a:rPr sz="1800"/>
              <a:t>Blockchain Databases: Use of blockchain technology for secure and transparent data management.</a:t>
            </a:r>
          </a:p>
          <a:p>
            <a:pPr/>
            <a:r>
              <a:rPr sz="1800"/>
              <a:t>Edge Databases: Deployment of DBMS at the edge of the network for low-latency data processing.</a:t>
            </a:r>
          </a:p>
          <a:p>
            <a:pPr/>
            <a:r>
              <a:rPr sz="1800"/>
              <a:t>Multi-Model Databases: DBMS that support multiple data models for flexibility.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