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Cursor in plsql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✨ Auto-generated Presentation (default)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in plsql -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# Introduction to Cursors in PL/SQL</a:t>
            </a:r>
          </a:p>
          <a:p>
            <a:pPr/>
            <a:r>
              <a:rPr sz="1800"/>
              <a:t>Definition of a cursor in PL/SQL</a:t>
            </a:r>
          </a:p>
          <a:p>
            <a:pPr/>
            <a:r>
              <a:rPr sz="1800"/>
              <a:t>Purpose of cursors in database operations</a:t>
            </a:r>
          </a:p>
          <a:p>
            <a:pPr/>
            <a:r>
              <a:rPr sz="1800"/>
              <a:t>Types of cursors: Implicit and Explicit</a:t>
            </a:r>
          </a:p>
          <a:p>
            <a:pPr/>
            <a:r>
              <a:rPr sz="1800"/>
              <a:t>When to use each type of cursor</a:t>
            </a:r>
          </a:p>
          <a:p>
            <a:pPr/>
            <a:r>
              <a:rPr sz="1800"/>
              <a:t>Cursors vs. other PL/SQL constructs</a:t>
            </a:r>
          </a:p>
          <a:p>
            <a:pPr/>
            <a:r>
              <a:rPr sz="1800"/>
              <a:t>Benefits of using cursors for data manipulation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in plsql -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# Implicit Cursors</a:t>
            </a:r>
          </a:p>
          <a:p>
            <a:pPr/>
            <a:r>
              <a:rPr sz="1800"/>
              <a:t>Automatically created by Oracle for DML statements</a:t>
            </a:r>
          </a:p>
          <a:p>
            <a:pPr/>
            <a:r>
              <a:rPr sz="1800"/>
              <a:t>Attributes of implicit cursors: %FOUND, %NOTFOUND, %ROWCOUNT, %ISOPEN</a:t>
            </a:r>
          </a:p>
          <a:p>
            <a:pPr/>
            <a:r>
              <a:rPr sz="1800"/>
              <a:t>How to access implicit cursor attributes</a:t>
            </a:r>
          </a:p>
          <a:p>
            <a:pPr/>
            <a:r>
              <a:rPr sz="1800"/>
              <a:t>Examples of using implicit cursor attributes after INSERT, UPDATE, DELETE</a:t>
            </a:r>
          </a:p>
          <a:p>
            <a:pPr/>
            <a:r>
              <a:rPr sz="1800"/>
              <a:t>Limitations of implicit cursors</a:t>
            </a:r>
          </a:p>
          <a:p>
            <a:pPr/>
            <a:r>
              <a:rPr sz="1800"/>
              <a:t>Best practices for using implicit cursors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in plsql - 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# Explicit Cursors: Declaring</a:t>
            </a:r>
          </a:p>
          <a:p>
            <a:pPr/>
            <a:r>
              <a:rPr sz="1800"/>
              <a:t>Declaring an explicit cursor</a:t>
            </a:r>
          </a:p>
          <a:p>
            <a:pPr/>
            <a:r>
              <a:rPr sz="1800"/>
              <a:t>Syntax for declaring a cursor</a:t>
            </a:r>
          </a:p>
          <a:p>
            <a:pPr/>
            <a:r>
              <a:rPr sz="1800"/>
              <a:t>Associating a cursor with a SELECT statement</a:t>
            </a:r>
          </a:p>
          <a:p>
            <a:pPr/>
            <a:r>
              <a:rPr sz="1800"/>
              <a:t>Cursor parameters and their usage</a:t>
            </a:r>
          </a:p>
          <a:p>
            <a:pPr/>
            <a:r>
              <a:rPr sz="1800"/>
              <a:t>Scoping and visibility of cursors</a:t>
            </a:r>
          </a:p>
          <a:p>
            <a:pPr/>
            <a:r>
              <a:rPr sz="1800"/>
              <a:t>Examples of cursor declarations with and without parameters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in plsql - 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# Explicit Cursors: Opening</a:t>
            </a:r>
          </a:p>
          <a:p>
            <a:pPr/>
            <a:r>
              <a:rPr sz="1800"/>
              <a:t>Opening an explicit cursor</a:t>
            </a:r>
          </a:p>
          <a:p>
            <a:pPr/>
            <a:r>
              <a:rPr sz="1800"/>
              <a:t>Syntax for opening a cursor</a:t>
            </a:r>
          </a:p>
          <a:p>
            <a:pPr/>
            <a:r>
              <a:rPr sz="1800"/>
              <a:t>The importance of opening a cursor before fetching data</a:t>
            </a:r>
          </a:p>
          <a:p>
            <a:pPr/>
            <a:r>
              <a:rPr sz="1800"/>
              <a:t>Error handling when opening cursors</a:t>
            </a:r>
          </a:p>
          <a:p>
            <a:pPr/>
            <a:r>
              <a:rPr sz="1800"/>
              <a:t>Cursors and resource management</a:t>
            </a:r>
          </a:p>
          <a:p>
            <a:pPr/>
            <a:r>
              <a:rPr sz="1800"/>
              <a:t>Examples of opening cursors with different SELECT statements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in plsql - 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# Explicit Cursors: Fetching</a:t>
            </a:r>
          </a:p>
          <a:p>
            <a:pPr/>
            <a:r>
              <a:rPr sz="1800"/>
              <a:t>Fetching data from a cursor</a:t>
            </a:r>
          </a:p>
          <a:p>
            <a:pPr/>
            <a:r>
              <a:rPr sz="1800"/>
              <a:t>Syntax for fetching data into variables</a:t>
            </a:r>
          </a:p>
          <a:p>
            <a:pPr/>
            <a:r>
              <a:rPr sz="1800"/>
              <a:t>Using the %FOUND and %NOTFOUND attributes to control the fetch loop</a:t>
            </a:r>
          </a:p>
          <a:p>
            <a:pPr/>
            <a:r>
              <a:rPr sz="1800"/>
              <a:t>Fetching multiple rows with a loop</a:t>
            </a:r>
          </a:p>
          <a:p>
            <a:pPr/>
            <a:r>
              <a:rPr sz="1800"/>
              <a:t>Handling exceptions during fetch operations</a:t>
            </a:r>
          </a:p>
          <a:p>
            <a:pPr/>
            <a:r>
              <a:rPr sz="1800"/>
              <a:t>Examples of fetching data and handling different scenarios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in plsql - Part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# Explicit Cursors: Closing</a:t>
            </a:r>
          </a:p>
          <a:p>
            <a:pPr/>
            <a:r>
              <a:rPr sz="1800"/>
              <a:t>Closing an explicit cursor</a:t>
            </a:r>
          </a:p>
          <a:p>
            <a:pPr/>
            <a:r>
              <a:rPr sz="1800"/>
              <a:t>Importance of closing cursors to release resources</a:t>
            </a:r>
          </a:p>
          <a:p>
            <a:pPr/>
            <a:r>
              <a:rPr sz="1800"/>
              <a:t>Syntax for closing a cursor</a:t>
            </a:r>
          </a:p>
          <a:p>
            <a:pPr/>
            <a:r>
              <a:rPr sz="1800"/>
              <a:t>Best practices for closing cursors in different scenarios</a:t>
            </a:r>
          </a:p>
          <a:p>
            <a:pPr/>
            <a:r>
              <a:rPr sz="1800"/>
              <a:t>Consequences of not closing cursors</a:t>
            </a:r>
          </a:p>
          <a:p>
            <a:pPr/>
            <a:r>
              <a:rPr sz="1800"/>
              <a:t>Examples of closing cursors and handling potential errors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in plsql - Part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# Cursor FOR Loops</a:t>
            </a:r>
          </a:p>
          <a:p>
            <a:pPr/>
            <a:r>
              <a:rPr sz="1800"/>
              <a:t>Using cursor FOR loops for simplified cursor handling</a:t>
            </a:r>
          </a:p>
          <a:p>
            <a:pPr/>
            <a:r>
              <a:rPr sz="1800"/>
              <a:t>Syntax of cursor FOR loops</a:t>
            </a:r>
          </a:p>
          <a:p>
            <a:pPr/>
            <a:r>
              <a:rPr sz="1800"/>
              <a:t>Advantages of using cursor FOR loops</a:t>
            </a:r>
          </a:p>
          <a:p>
            <a:pPr/>
            <a:r>
              <a:rPr sz="1800"/>
              <a:t>Implicit opening, fetching, and closing of cursors</a:t>
            </a:r>
          </a:p>
          <a:p>
            <a:pPr/>
            <a:r>
              <a:rPr sz="1800"/>
              <a:t>Examples of using cursor FOR loops for various tasks</a:t>
            </a:r>
          </a:p>
          <a:p>
            <a:pPr/>
            <a:r>
              <a:rPr sz="1800"/>
              <a:t>Limitations of cursor FOR loops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in plsql - Part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# Cursor Variables</a:t>
            </a:r>
          </a:p>
          <a:p>
            <a:pPr/>
            <a:r>
              <a:rPr sz="1800"/>
              <a:t>Declaring cursor variables (REF CURSOR)</a:t>
            </a:r>
          </a:p>
          <a:p>
            <a:pPr/>
            <a:r>
              <a:rPr sz="1800"/>
              <a:t>Advantages of using cursor variables</a:t>
            </a:r>
          </a:p>
          <a:p>
            <a:pPr/>
            <a:r>
              <a:rPr sz="1800"/>
              <a:t>Opening cursor variables with different SELECT statements</a:t>
            </a:r>
          </a:p>
          <a:p>
            <a:pPr/>
            <a:r>
              <a:rPr sz="1800"/>
              <a:t>Fetching data from cursor variables</a:t>
            </a:r>
          </a:p>
          <a:p>
            <a:pPr/>
            <a:r>
              <a:rPr sz="1800"/>
              <a:t>Using cursor variables to pass result sets between PL/SQL blocks</a:t>
            </a:r>
          </a:p>
          <a:p>
            <a:pPr/>
            <a:r>
              <a:rPr sz="1800"/>
              <a:t>Examples of using cursor variables in dynamic 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in plsql - Part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# Exception Handling with Cursors</a:t>
            </a:r>
          </a:p>
          <a:p>
            <a:pPr/>
            <a:r>
              <a:rPr sz="1800"/>
              <a:t>Handling exceptions that may occur during cursor operations</a:t>
            </a:r>
          </a:p>
          <a:p>
            <a:pPr/>
            <a:r>
              <a:rPr sz="1800"/>
              <a:t>Using the WHEN OTHERS exception handler</a:t>
            </a:r>
          </a:p>
          <a:p>
            <a:pPr/>
            <a:r>
              <a:rPr sz="1800"/>
              <a:t>Logging errors and debugging cursor issues</a:t>
            </a:r>
          </a:p>
          <a:p>
            <a:pPr/>
            <a:r>
              <a:rPr sz="1800"/>
              <a:t>Best practices for exception handling with cursors</a:t>
            </a:r>
          </a:p>
          <a:p>
            <a:pPr/>
            <a:r>
              <a:rPr sz="1800"/>
              <a:t>Examples of exception handling in cursor operations</a:t>
            </a:r>
          </a:p>
          <a:p>
            <a:pPr/>
            <a:r>
              <a:rPr sz="1800"/>
              <a:t>Ensuring data integrity during cursor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Cursor in plsql - Part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/>
              <a:t># Advanced Cursor Techniques</a:t>
            </a:r>
          </a:p>
          <a:p>
            <a:pPr/>
            <a:r>
              <a:rPr sz="1800"/>
              <a:t>Using cursors with bulk processing (FORALL statement)</a:t>
            </a:r>
          </a:p>
          <a:p>
            <a:pPr/>
            <a:r>
              <a:rPr sz="1800"/>
              <a:t>Cursors with dynamic SQL</a:t>
            </a:r>
          </a:p>
          <a:p>
            <a:pPr/>
            <a:r>
              <a:rPr sz="1800"/>
              <a:t>Nested cursors and their use cases</a:t>
            </a:r>
          </a:p>
          <a:p>
            <a:pPr/>
            <a:r>
              <a:rPr sz="1800"/>
              <a:t>Cursors with pipelined functions</a:t>
            </a:r>
          </a:p>
          <a:p>
            <a:pPr/>
            <a:r>
              <a:rPr sz="1800"/>
              <a:t>Performance tuning for cursor operations</a:t>
            </a:r>
          </a:p>
          <a:p>
            <a:pPr/>
            <a:r>
              <a:rPr sz="1800"/>
              <a:t>Real-world examples of advanced cursor usage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