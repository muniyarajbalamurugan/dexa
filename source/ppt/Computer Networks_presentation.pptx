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✨ Auto-generated Presentation (default)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Introduction to Computer Networks: Definition and purpose of computer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Types of Networks: LAN, WAN, MAN, and their characteristics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Network Topologies: Bus, Star, Ring, Mesh topologies – advantages and disadvantages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Network Protocols: TCP/IP, HTTP, FTP, SMTP – functions and importance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Network Hardware: Routers, switches, hubs, NICs – their roles in a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OSI Model: Layers of the OSI model and their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IP Addressing: IPv4 and IPv6 addressing schemes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Network Security: Firewalls, VPNs, intrusion detection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Cloud Networking: Basics of cloud networking and its benefits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 -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Future Trends: SDN, NFV, 5G, and their impact on computer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