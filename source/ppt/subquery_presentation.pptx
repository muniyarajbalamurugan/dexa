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subquery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✨ Auto-generated Presentation (default)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Subquery: An Overview**</a:t>
            </a:r>
          </a:p>
          <a:p>
            <a:pPr/>
            <a:r>
              <a:rPr sz="1800"/>
              <a:t>Definition of a subquery (inner query or nested query)</a:t>
            </a:r>
          </a:p>
          <a:p>
            <a:pPr/>
            <a:r>
              <a:rPr sz="1800"/>
              <a:t>Purpose of using subqueries</a:t>
            </a:r>
          </a:p>
          <a:p>
            <a:pPr/>
            <a:r>
              <a:rPr sz="1800"/>
              <a:t>Basic syntax and structure</a:t>
            </a:r>
          </a:p>
          <a:p>
            <a:pPr/>
            <a:r>
              <a:rPr sz="1800"/>
              <a:t>Types of subqueries (single-row, multiple-row, correlated)</a:t>
            </a:r>
          </a:p>
          <a:p>
            <a:pPr/>
            <a:r>
              <a:rPr sz="1800"/>
              <a:t>Benefits and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Single-Row Subqueries**</a:t>
            </a:r>
          </a:p>
          <a:p>
            <a:pPr/>
            <a:r>
              <a:rPr sz="1800"/>
              <a:t>Explanation of single-row subqueries</a:t>
            </a:r>
          </a:p>
          <a:p>
            <a:pPr/>
            <a:r>
              <a:rPr sz="1800"/>
              <a:t>Using comparison operators (=, &lt;&gt;, &gt;, &lt;, &gt;=, &lt;=) with single-row subqueries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Potential errors and how to avoid them</a:t>
            </a:r>
          </a:p>
          <a:p>
            <a:pPr/>
            <a:r>
              <a:rPr sz="1800"/>
              <a:t>Best practices for single-row subqueries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Multiple-Row Subqueries**</a:t>
            </a:r>
          </a:p>
          <a:p>
            <a:pPr/>
            <a:r>
              <a:rPr sz="1800"/>
              <a:t>Introduction to multiple-row subqueries</a:t>
            </a:r>
          </a:p>
          <a:p>
            <a:pPr/>
            <a:r>
              <a:rPr sz="1800"/>
              <a:t>Using IN, NOT IN, ANY, ALL operators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Handling NULL values in multiple-row subqueries</a:t>
            </a:r>
          </a:p>
          <a:p>
            <a:pPr/>
            <a:r>
              <a:rPr sz="1800"/>
              <a:t>Performance considerations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Correlated Subqueries**</a:t>
            </a:r>
          </a:p>
          <a:p>
            <a:pPr/>
            <a:r>
              <a:rPr sz="1800"/>
              <a:t>Definition and explanation of correlated subqueries</a:t>
            </a:r>
          </a:p>
          <a:p>
            <a:pPr/>
            <a:r>
              <a:rPr sz="1800"/>
              <a:t>How correlated subqueries differ from non-correlated subqueries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Performance implications of correlated subqueries</a:t>
            </a:r>
          </a:p>
          <a:p>
            <a:pPr/>
            <a:r>
              <a:rPr sz="1800"/>
              <a:t>Optimization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Subqueries in the WHERE Clause**</a:t>
            </a:r>
          </a:p>
          <a:p>
            <a:pPr/>
            <a:r>
              <a:rPr sz="1800"/>
              <a:t>Using subqueries to filter data in the WHERE clause</a:t>
            </a:r>
          </a:p>
          <a:p>
            <a:pPr/>
            <a:r>
              <a:rPr sz="1800"/>
              <a:t>Combining subqueries with logical operators (AND, OR, NOT)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Nested subqueries</a:t>
            </a:r>
          </a:p>
          <a:p>
            <a:pPr/>
            <a:r>
              <a:rPr sz="1800"/>
              <a:t>Practical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Subqueries in the FROM Clause**</a:t>
            </a:r>
          </a:p>
          <a:p>
            <a:pPr/>
            <a:r>
              <a:rPr sz="1800"/>
              <a:t>Using subqueries to create derived tables or views</a:t>
            </a:r>
          </a:p>
          <a:p>
            <a:pPr/>
            <a:r>
              <a:rPr sz="1800"/>
              <a:t>Aliasing derived tables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Complex queries using subqueries in the FROM clause</a:t>
            </a:r>
          </a:p>
          <a:p>
            <a:pPr/>
            <a:r>
              <a:rPr sz="1800"/>
              <a:t>Advantages and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Subqueries in the SELECT Clause**</a:t>
            </a:r>
          </a:p>
          <a:p>
            <a:pPr/>
            <a:r>
              <a:rPr sz="1800"/>
              <a:t>Using subqueries to retrieve single values in the SELECT clause</a:t>
            </a:r>
          </a:p>
          <a:p>
            <a:pPr/>
            <a:r>
              <a:rPr sz="1800"/>
              <a:t>Scalar subqueries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Performance considerations</a:t>
            </a:r>
          </a:p>
          <a:p>
            <a:pPr/>
            <a:r>
              <a:rPr sz="1800"/>
              <a:t>Use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Subqueries in the HAVING Clause**</a:t>
            </a:r>
          </a:p>
          <a:p>
            <a:pPr/>
            <a:r>
              <a:rPr sz="1800"/>
              <a:t>Using subqueries to filter groups in the HAVING clause</a:t>
            </a:r>
          </a:p>
          <a:p>
            <a:pPr/>
            <a:r>
              <a:rPr sz="1800"/>
              <a:t>Example scenarios and queries</a:t>
            </a:r>
          </a:p>
          <a:p>
            <a:pPr/>
            <a:r>
              <a:rPr sz="1800"/>
              <a:t>Combining subqueries with aggregate functions</a:t>
            </a:r>
          </a:p>
          <a:p>
            <a:pPr/>
            <a:r>
              <a:rPr sz="1800"/>
              <a:t>Practical examples</a:t>
            </a:r>
          </a:p>
          <a:p>
            <a:pPr/>
            <a:r>
              <a:rPr sz="1800"/>
              <a:t>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Subquery Optimization**</a:t>
            </a:r>
          </a:p>
          <a:p>
            <a:pPr/>
            <a:r>
              <a:rPr sz="1800"/>
              <a:t>Techniques for optimizing subqueries</a:t>
            </a:r>
          </a:p>
          <a:p>
            <a:pPr/>
            <a:r>
              <a:rPr sz="1800"/>
              <a:t>Rewriting subqueries as joins</a:t>
            </a:r>
          </a:p>
          <a:p>
            <a:pPr/>
            <a:r>
              <a:rPr sz="1800"/>
              <a:t>Using indexes to improve subquery performance</a:t>
            </a:r>
          </a:p>
          <a:p>
            <a:pPr/>
            <a:r>
              <a:rPr sz="1800"/>
              <a:t>Analyzing query execution plans</a:t>
            </a:r>
          </a:p>
          <a:p>
            <a:pPr/>
            <a:r>
              <a:rPr sz="1800"/>
              <a:t>Tips and tricks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subquery -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Advanced Subquery Techniques**</a:t>
            </a:r>
          </a:p>
          <a:p>
            <a:pPr/>
            <a:r>
              <a:rPr sz="1800"/>
              <a:t>Using subqueries with EXISTS and NOT EXISTS</a:t>
            </a:r>
          </a:p>
          <a:p>
            <a:pPr/>
            <a:r>
              <a:rPr sz="1800"/>
              <a:t>Recursive subqueries (if supported by the database)</a:t>
            </a:r>
          </a:p>
          <a:p>
            <a:pPr/>
            <a:r>
              <a:rPr sz="1800"/>
              <a:t>Common table expressions (CTEs) as an alternative to subqueries</a:t>
            </a:r>
          </a:p>
          <a:p>
            <a:pPr/>
            <a:r>
              <a:rPr sz="1800"/>
              <a:t>Real-world examples and case studies</a:t>
            </a:r>
          </a:p>
          <a:p>
            <a:pPr/>
            <a:r>
              <a:rPr sz="1800"/>
              <a:t>Future trends and developments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